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8181975" cy="5457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9" userDrawn="1">
          <p15:clr>
            <a:srgbClr val="A4A3A4"/>
          </p15:clr>
        </p15:guide>
        <p15:guide id="2" pos="25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74" d="100"/>
          <a:sy n="74" d="100"/>
        </p:scale>
        <p:origin x="1308" y="36"/>
      </p:cViewPr>
      <p:guideLst>
        <p:guide orient="horz" pos="1719"/>
        <p:guide pos="25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648" y="893214"/>
            <a:ext cx="6954679" cy="1900132"/>
          </a:xfrm>
        </p:spPr>
        <p:txBody>
          <a:bodyPr anchor="b"/>
          <a:lstStyle>
            <a:lvl1pPr algn="ctr">
              <a:defRPr sz="477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2747" y="2866622"/>
            <a:ext cx="6136481" cy="1317711"/>
          </a:xfrm>
        </p:spPr>
        <p:txBody>
          <a:bodyPr/>
          <a:lstStyle>
            <a:lvl1pPr marL="0" indent="0" algn="ctr">
              <a:buNone/>
              <a:defRPr sz="1910"/>
            </a:lvl1pPr>
            <a:lvl2pPr marL="363840" indent="0" algn="ctr">
              <a:buNone/>
              <a:defRPr sz="1592"/>
            </a:lvl2pPr>
            <a:lvl3pPr marL="727680" indent="0" algn="ctr">
              <a:buNone/>
              <a:defRPr sz="1432"/>
            </a:lvl3pPr>
            <a:lvl4pPr marL="1091519" indent="0" algn="ctr">
              <a:buNone/>
              <a:defRPr sz="1273"/>
            </a:lvl4pPr>
            <a:lvl5pPr marL="1455359" indent="0" algn="ctr">
              <a:buNone/>
              <a:defRPr sz="1273"/>
            </a:lvl5pPr>
            <a:lvl6pPr marL="1819199" indent="0" algn="ctr">
              <a:buNone/>
              <a:defRPr sz="1273"/>
            </a:lvl6pPr>
            <a:lvl7pPr marL="2183039" indent="0" algn="ctr">
              <a:buNone/>
              <a:defRPr sz="1273"/>
            </a:lvl7pPr>
            <a:lvl8pPr marL="2546878" indent="0" algn="ctr">
              <a:buNone/>
              <a:defRPr sz="1273"/>
            </a:lvl8pPr>
            <a:lvl9pPr marL="2910718" indent="0" algn="ctr">
              <a:buNone/>
              <a:defRPr sz="127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54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57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250" y="1360668"/>
            <a:ext cx="7056953" cy="2270303"/>
          </a:xfrm>
        </p:spPr>
        <p:txBody>
          <a:bodyPr anchor="b"/>
          <a:lstStyle>
            <a:lvl1pPr>
              <a:defRPr sz="477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250" y="3652449"/>
            <a:ext cx="7056953" cy="1193899"/>
          </a:xfrm>
        </p:spPr>
        <p:txBody>
          <a:bodyPr/>
          <a:lstStyle>
            <a:lvl1pPr marL="0" indent="0">
              <a:buNone/>
              <a:defRPr sz="1910">
                <a:solidFill>
                  <a:schemeClr val="tx1">
                    <a:tint val="82000"/>
                  </a:schemeClr>
                </a:solidFill>
              </a:defRPr>
            </a:lvl1pPr>
            <a:lvl2pPr marL="363840" indent="0">
              <a:buNone/>
              <a:defRPr sz="1592">
                <a:solidFill>
                  <a:schemeClr val="tx1">
                    <a:tint val="82000"/>
                  </a:schemeClr>
                </a:solidFill>
              </a:defRPr>
            </a:lvl2pPr>
            <a:lvl3pPr marL="727680" indent="0">
              <a:buNone/>
              <a:defRPr sz="1432">
                <a:solidFill>
                  <a:schemeClr val="tx1">
                    <a:tint val="82000"/>
                  </a:schemeClr>
                </a:solidFill>
              </a:defRPr>
            </a:lvl3pPr>
            <a:lvl4pPr marL="1091519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4pPr>
            <a:lvl5pPr marL="1455359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5pPr>
            <a:lvl6pPr marL="1819199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6pPr>
            <a:lvl7pPr marL="2183039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7pPr>
            <a:lvl8pPr marL="2546878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8pPr>
            <a:lvl9pPr marL="2910718" indent="0">
              <a:buNone/>
              <a:defRPr sz="12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473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511" y="1452893"/>
            <a:ext cx="3477339" cy="346294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42125" y="1452893"/>
            <a:ext cx="3477339" cy="346294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11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577" y="290580"/>
            <a:ext cx="7056953" cy="105492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3578" y="1337925"/>
            <a:ext cx="3461358" cy="655697"/>
          </a:xfrm>
        </p:spPr>
        <p:txBody>
          <a:bodyPr anchor="b"/>
          <a:lstStyle>
            <a:lvl1pPr marL="0" indent="0">
              <a:buNone/>
              <a:defRPr sz="1910" b="1"/>
            </a:lvl1pPr>
            <a:lvl2pPr marL="363840" indent="0">
              <a:buNone/>
              <a:defRPr sz="1592" b="1"/>
            </a:lvl2pPr>
            <a:lvl3pPr marL="727680" indent="0">
              <a:buNone/>
              <a:defRPr sz="1432" b="1"/>
            </a:lvl3pPr>
            <a:lvl4pPr marL="1091519" indent="0">
              <a:buNone/>
              <a:defRPr sz="1273" b="1"/>
            </a:lvl4pPr>
            <a:lvl5pPr marL="1455359" indent="0">
              <a:buNone/>
              <a:defRPr sz="1273" b="1"/>
            </a:lvl5pPr>
            <a:lvl6pPr marL="1819199" indent="0">
              <a:buNone/>
              <a:defRPr sz="1273" b="1"/>
            </a:lvl6pPr>
            <a:lvl7pPr marL="2183039" indent="0">
              <a:buNone/>
              <a:defRPr sz="1273" b="1"/>
            </a:lvl7pPr>
            <a:lvl8pPr marL="2546878" indent="0">
              <a:buNone/>
              <a:defRPr sz="1273" b="1"/>
            </a:lvl8pPr>
            <a:lvl9pPr marL="2910718" indent="0">
              <a:buNone/>
              <a:defRPr sz="127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578" y="1993622"/>
            <a:ext cx="3461358" cy="293231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42125" y="1337925"/>
            <a:ext cx="3478405" cy="655697"/>
          </a:xfrm>
        </p:spPr>
        <p:txBody>
          <a:bodyPr anchor="b"/>
          <a:lstStyle>
            <a:lvl1pPr marL="0" indent="0">
              <a:buNone/>
              <a:defRPr sz="1910" b="1"/>
            </a:lvl1pPr>
            <a:lvl2pPr marL="363840" indent="0">
              <a:buNone/>
              <a:defRPr sz="1592" b="1"/>
            </a:lvl2pPr>
            <a:lvl3pPr marL="727680" indent="0">
              <a:buNone/>
              <a:defRPr sz="1432" b="1"/>
            </a:lvl3pPr>
            <a:lvl4pPr marL="1091519" indent="0">
              <a:buNone/>
              <a:defRPr sz="1273" b="1"/>
            </a:lvl4pPr>
            <a:lvl5pPr marL="1455359" indent="0">
              <a:buNone/>
              <a:defRPr sz="1273" b="1"/>
            </a:lvl5pPr>
            <a:lvl6pPr marL="1819199" indent="0">
              <a:buNone/>
              <a:defRPr sz="1273" b="1"/>
            </a:lvl6pPr>
            <a:lvl7pPr marL="2183039" indent="0">
              <a:buNone/>
              <a:defRPr sz="1273" b="1"/>
            </a:lvl7pPr>
            <a:lvl8pPr marL="2546878" indent="0">
              <a:buNone/>
              <a:defRPr sz="1273" b="1"/>
            </a:lvl8pPr>
            <a:lvl9pPr marL="2910718" indent="0">
              <a:buNone/>
              <a:defRPr sz="127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42125" y="1993622"/>
            <a:ext cx="3478405" cy="293231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947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40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575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576" y="363855"/>
            <a:ext cx="2638900" cy="1273493"/>
          </a:xfrm>
        </p:spPr>
        <p:txBody>
          <a:bodyPr anchor="b"/>
          <a:lstStyle>
            <a:lvl1pPr>
              <a:defRPr sz="254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8405" y="785827"/>
            <a:ext cx="4142125" cy="3878593"/>
          </a:xfrm>
        </p:spPr>
        <p:txBody>
          <a:bodyPr/>
          <a:lstStyle>
            <a:lvl1pPr>
              <a:defRPr sz="2547"/>
            </a:lvl1pPr>
            <a:lvl2pPr>
              <a:defRPr sz="2228"/>
            </a:lvl2pPr>
            <a:lvl3pPr>
              <a:defRPr sz="1910"/>
            </a:lvl3pPr>
            <a:lvl4pPr>
              <a:defRPr sz="1592"/>
            </a:lvl4pPr>
            <a:lvl5pPr>
              <a:defRPr sz="1592"/>
            </a:lvl5pPr>
            <a:lvl6pPr>
              <a:defRPr sz="1592"/>
            </a:lvl6pPr>
            <a:lvl7pPr>
              <a:defRPr sz="1592"/>
            </a:lvl7pPr>
            <a:lvl8pPr>
              <a:defRPr sz="1592"/>
            </a:lvl8pPr>
            <a:lvl9pPr>
              <a:defRPr sz="159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3576" y="1637347"/>
            <a:ext cx="2638900" cy="3033389"/>
          </a:xfrm>
        </p:spPr>
        <p:txBody>
          <a:bodyPr/>
          <a:lstStyle>
            <a:lvl1pPr marL="0" indent="0">
              <a:buNone/>
              <a:defRPr sz="1273"/>
            </a:lvl1pPr>
            <a:lvl2pPr marL="363840" indent="0">
              <a:buNone/>
              <a:defRPr sz="1114"/>
            </a:lvl2pPr>
            <a:lvl3pPr marL="727680" indent="0">
              <a:buNone/>
              <a:defRPr sz="955"/>
            </a:lvl3pPr>
            <a:lvl4pPr marL="1091519" indent="0">
              <a:buNone/>
              <a:defRPr sz="796"/>
            </a:lvl4pPr>
            <a:lvl5pPr marL="1455359" indent="0">
              <a:buNone/>
              <a:defRPr sz="796"/>
            </a:lvl5pPr>
            <a:lvl6pPr marL="1819199" indent="0">
              <a:buNone/>
              <a:defRPr sz="796"/>
            </a:lvl6pPr>
            <a:lvl7pPr marL="2183039" indent="0">
              <a:buNone/>
              <a:defRPr sz="796"/>
            </a:lvl7pPr>
            <a:lvl8pPr marL="2546878" indent="0">
              <a:buNone/>
              <a:defRPr sz="796"/>
            </a:lvl8pPr>
            <a:lvl9pPr marL="2910718" indent="0">
              <a:buNone/>
              <a:defRPr sz="79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85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576" y="363855"/>
            <a:ext cx="2638900" cy="1273493"/>
          </a:xfrm>
        </p:spPr>
        <p:txBody>
          <a:bodyPr anchor="b"/>
          <a:lstStyle>
            <a:lvl1pPr>
              <a:defRPr sz="254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78405" y="785827"/>
            <a:ext cx="4142125" cy="3878593"/>
          </a:xfrm>
        </p:spPr>
        <p:txBody>
          <a:bodyPr anchor="t"/>
          <a:lstStyle>
            <a:lvl1pPr marL="0" indent="0">
              <a:buNone/>
              <a:defRPr sz="2547"/>
            </a:lvl1pPr>
            <a:lvl2pPr marL="363840" indent="0">
              <a:buNone/>
              <a:defRPr sz="2228"/>
            </a:lvl2pPr>
            <a:lvl3pPr marL="727680" indent="0">
              <a:buNone/>
              <a:defRPr sz="1910"/>
            </a:lvl3pPr>
            <a:lvl4pPr marL="1091519" indent="0">
              <a:buNone/>
              <a:defRPr sz="1592"/>
            </a:lvl4pPr>
            <a:lvl5pPr marL="1455359" indent="0">
              <a:buNone/>
              <a:defRPr sz="1592"/>
            </a:lvl5pPr>
            <a:lvl6pPr marL="1819199" indent="0">
              <a:buNone/>
              <a:defRPr sz="1592"/>
            </a:lvl6pPr>
            <a:lvl7pPr marL="2183039" indent="0">
              <a:buNone/>
              <a:defRPr sz="1592"/>
            </a:lvl7pPr>
            <a:lvl8pPr marL="2546878" indent="0">
              <a:buNone/>
              <a:defRPr sz="1592"/>
            </a:lvl8pPr>
            <a:lvl9pPr marL="2910718" indent="0">
              <a:buNone/>
              <a:defRPr sz="159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3576" y="1637347"/>
            <a:ext cx="2638900" cy="3033389"/>
          </a:xfrm>
        </p:spPr>
        <p:txBody>
          <a:bodyPr/>
          <a:lstStyle>
            <a:lvl1pPr marL="0" indent="0">
              <a:buNone/>
              <a:defRPr sz="1273"/>
            </a:lvl1pPr>
            <a:lvl2pPr marL="363840" indent="0">
              <a:buNone/>
              <a:defRPr sz="1114"/>
            </a:lvl2pPr>
            <a:lvl3pPr marL="727680" indent="0">
              <a:buNone/>
              <a:defRPr sz="955"/>
            </a:lvl3pPr>
            <a:lvl4pPr marL="1091519" indent="0">
              <a:buNone/>
              <a:defRPr sz="796"/>
            </a:lvl4pPr>
            <a:lvl5pPr marL="1455359" indent="0">
              <a:buNone/>
              <a:defRPr sz="796"/>
            </a:lvl5pPr>
            <a:lvl6pPr marL="1819199" indent="0">
              <a:buNone/>
              <a:defRPr sz="796"/>
            </a:lvl6pPr>
            <a:lvl7pPr marL="2183039" indent="0">
              <a:buNone/>
              <a:defRPr sz="796"/>
            </a:lvl7pPr>
            <a:lvl8pPr marL="2546878" indent="0">
              <a:buNone/>
              <a:defRPr sz="796"/>
            </a:lvl8pPr>
            <a:lvl9pPr marL="2910718" indent="0">
              <a:buNone/>
              <a:defRPr sz="796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561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710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226" y="290579"/>
            <a:ext cx="1764238" cy="462525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2511" y="290579"/>
            <a:ext cx="5190440" cy="462525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959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2511" y="290580"/>
            <a:ext cx="7056953" cy="1054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511" y="1452893"/>
            <a:ext cx="7056953" cy="3462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511" y="5058596"/>
            <a:ext cx="1840944" cy="2905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83F10-AA36-405F-9D91-09C0A1A8463E}" type="datetimeFigureOut">
              <a:rPr kumimoji="1" lang="ja-JP" altLang="en-US" smtClean="0"/>
              <a:t>2024/7/22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10279" y="5058596"/>
            <a:ext cx="2761417" cy="2905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78520" y="5058596"/>
            <a:ext cx="1840944" cy="2905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BB11C-93EB-45DA-8524-070F23EAFB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75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7680" rtl="0" eaLnBrk="1" latinLnBrk="0" hangingPunct="1">
        <a:lnSpc>
          <a:spcPct val="90000"/>
        </a:lnSpc>
        <a:spcBef>
          <a:spcPct val="0"/>
        </a:spcBef>
        <a:buNone/>
        <a:defRPr kumimoji="1" sz="35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1920" indent="-181920" algn="l" defTabSz="727680" rtl="0" eaLnBrk="1" latinLnBrk="0" hangingPunct="1">
        <a:lnSpc>
          <a:spcPct val="90000"/>
        </a:lnSpc>
        <a:spcBef>
          <a:spcPts val="796"/>
        </a:spcBef>
        <a:buFont typeface="Arial" panose="020B0604020202020204" pitchFamily="34" charset="0"/>
        <a:buChar char="•"/>
        <a:defRPr kumimoji="1" sz="2228" kern="1200">
          <a:solidFill>
            <a:schemeClr val="tx1"/>
          </a:solidFill>
          <a:latin typeface="+mn-lt"/>
          <a:ea typeface="+mn-ea"/>
          <a:cs typeface="+mn-cs"/>
        </a:defRPr>
      </a:lvl1pPr>
      <a:lvl2pPr marL="545760" indent="-181920" algn="l" defTabSz="727680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kumimoji="1" sz="1910" kern="1200">
          <a:solidFill>
            <a:schemeClr val="tx1"/>
          </a:solidFill>
          <a:latin typeface="+mn-lt"/>
          <a:ea typeface="+mn-ea"/>
          <a:cs typeface="+mn-cs"/>
        </a:defRPr>
      </a:lvl2pPr>
      <a:lvl3pPr marL="909599" indent="-181920" algn="l" defTabSz="727680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kumimoji="1" sz="1592" kern="1200">
          <a:solidFill>
            <a:schemeClr val="tx1"/>
          </a:solidFill>
          <a:latin typeface="+mn-lt"/>
          <a:ea typeface="+mn-ea"/>
          <a:cs typeface="+mn-cs"/>
        </a:defRPr>
      </a:lvl3pPr>
      <a:lvl4pPr marL="1273439" indent="-181920" algn="l" defTabSz="727680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4pPr>
      <a:lvl5pPr marL="1637279" indent="-181920" algn="l" defTabSz="727680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5pPr>
      <a:lvl6pPr marL="2001119" indent="-181920" algn="l" defTabSz="727680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6pPr>
      <a:lvl7pPr marL="2364958" indent="-181920" algn="l" defTabSz="727680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7pPr>
      <a:lvl8pPr marL="2728798" indent="-181920" algn="l" defTabSz="727680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8pPr>
      <a:lvl9pPr marL="3092638" indent="-181920" algn="l" defTabSz="727680" rtl="0" eaLnBrk="1" latinLnBrk="0" hangingPunct="1">
        <a:lnSpc>
          <a:spcPct val="90000"/>
        </a:lnSpc>
        <a:spcBef>
          <a:spcPts val="398"/>
        </a:spcBef>
        <a:buFont typeface="Arial" panose="020B0604020202020204" pitchFamily="34" charset="0"/>
        <a:buChar char="•"/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1pPr>
      <a:lvl2pPr marL="363840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2pPr>
      <a:lvl3pPr marL="727680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3pPr>
      <a:lvl4pPr marL="1091519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4pPr>
      <a:lvl5pPr marL="1455359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5pPr>
      <a:lvl6pPr marL="1819199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6pPr>
      <a:lvl7pPr marL="2183039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7pPr>
      <a:lvl8pPr marL="2546878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8pPr>
      <a:lvl9pPr marL="2910718" algn="l" defTabSz="727680" rtl="0" eaLnBrk="1" latinLnBrk="0" hangingPunct="1">
        <a:defRPr kumimoji="1" sz="14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チョコレートのケーキ&#10;&#10;自動的に生成された説明">
            <a:extLst>
              <a:ext uri="{FF2B5EF4-FFF2-40B4-BE49-F238E27FC236}">
                <a16:creationId xmlns:a16="http://schemas.microsoft.com/office/drawing/2014/main" id="{6EC9F53C-8440-A10A-8C09-83B990943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1424"/>
            <a:ext cx="8184107" cy="545640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00CC85D-3D32-D4CC-AAF5-E16C4AE25A9D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788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天井からぶら下がっている自転車&#10;&#10;低い精度で自動的に生成された説明">
            <a:extLst>
              <a:ext uri="{FF2B5EF4-FFF2-40B4-BE49-F238E27FC236}">
                <a16:creationId xmlns:a16="http://schemas.microsoft.com/office/drawing/2014/main" id="{1F500601-B3ED-F689-79FC-9F77D0981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3"/>
            <a:ext cx="8181974" cy="545782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C378853-CBF3-075C-CF4B-16036CE1D31A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07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ガラスの瓶&#10;&#10;中程度の精度で自動的に生成された説明">
            <a:extLst>
              <a:ext uri="{FF2B5EF4-FFF2-40B4-BE49-F238E27FC236}">
                <a16:creationId xmlns:a16="http://schemas.microsoft.com/office/drawing/2014/main" id="{4CF048FD-3599-ED00-D46B-1865A4982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81975" cy="545782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9105322-6E21-88B3-D729-658C5787CD44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42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傘をさして歩道を歩いている女性&#10;&#10;自動的に生成された説明">
            <a:extLst>
              <a:ext uri="{FF2B5EF4-FFF2-40B4-BE49-F238E27FC236}">
                <a16:creationId xmlns:a16="http://schemas.microsoft.com/office/drawing/2014/main" id="{6F3FA65D-1C2D-B29A-D00C-932E03E0B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7"/>
            <a:ext cx="8181975" cy="54546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EED262-6E05-F42F-B4CD-EC4B408A0FD5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97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ベッドで寝ている猫&#10;&#10;自動的に生成された説明">
            <a:extLst>
              <a:ext uri="{FF2B5EF4-FFF2-40B4-BE49-F238E27FC236}">
                <a16:creationId xmlns:a16="http://schemas.microsoft.com/office/drawing/2014/main" id="{BE22272E-A85F-F6D0-4E46-98AD4DE33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1"/>
            <a:ext cx="8186737" cy="545782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515BB70-8DED-0CA7-39BE-D9229C39CF4D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73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ーブルの上の花瓶&#10;&#10;自動的に生成された説明">
            <a:extLst>
              <a:ext uri="{FF2B5EF4-FFF2-40B4-BE49-F238E27FC236}">
                <a16:creationId xmlns:a16="http://schemas.microsoft.com/office/drawing/2014/main" id="{4CE9A5DF-E1FF-76A3-3D95-AB6F29F82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7"/>
            <a:ext cx="8181975" cy="545465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B6D3FF2-54EE-0017-2725-475A6DCB0F0F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43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人の足&#10;&#10;中程度の精度で自動的に生成された説明">
            <a:extLst>
              <a:ext uri="{FF2B5EF4-FFF2-40B4-BE49-F238E27FC236}">
                <a16:creationId xmlns:a16="http://schemas.microsoft.com/office/drawing/2014/main" id="{7AF0AC01-FCC2-1FA7-60FA-756212A67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81975" cy="545782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584FDE3-7D7F-7E8E-334C-0BC0FB8CD4F1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171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レストランのテーブルの上に置かれている部屋&#10;&#10;中程度の精度で自動的に生成された説明">
            <a:extLst>
              <a:ext uri="{FF2B5EF4-FFF2-40B4-BE49-F238E27FC236}">
                <a16:creationId xmlns:a16="http://schemas.microsoft.com/office/drawing/2014/main" id="{C8702D3F-52CE-D32D-1D5F-75FC7DC6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" y="0"/>
            <a:ext cx="8181540" cy="545782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6BEFC23-B15F-6765-6241-037DECB913EB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000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屋内, 座る, テーブル, 寝室 が含まれている画像&#10;&#10;自動的に生成された説明">
            <a:extLst>
              <a:ext uri="{FF2B5EF4-FFF2-40B4-BE49-F238E27FC236}">
                <a16:creationId xmlns:a16="http://schemas.microsoft.com/office/drawing/2014/main" id="{F9B188BC-9DB9-20BE-AD44-D548B7041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81975" cy="5457825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A5768DC-5B0C-22B8-2E63-E203A3890E5F}"/>
              </a:ext>
            </a:extLst>
          </p:cNvPr>
          <p:cNvSpPr/>
          <p:nvPr/>
        </p:nvSpPr>
        <p:spPr>
          <a:xfrm>
            <a:off x="-2132" y="1603352"/>
            <a:ext cx="8181975" cy="2251123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  <p:txBody>
          <a:bodyPr wrap="square" lIns="34791" tIns="17396" rIns="34791" bIns="17396">
            <a:spAutoFit/>
          </a:bodyPr>
          <a:lstStyle/>
          <a:p>
            <a:pPr algn="ctr"/>
            <a:r>
              <a:rPr lang="en-US" altLang="ja-JP" sz="14400" b="1" dirty="0">
                <a:ln w="0"/>
                <a:solidFill>
                  <a:schemeClr val="bg1">
                    <a:alpha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1000"/>
                    </a:schemeClr>
                  </a:outerShdw>
                </a:effectLst>
                <a:latin typeface="Stencil" panose="040409050D0802020404" pitchFamily="82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SAMPLE</a:t>
            </a:r>
            <a:endParaRPr lang="ja-JP" altLang="en-US" sz="14400" b="1" dirty="0">
              <a:ln w="0"/>
              <a:solidFill>
                <a:schemeClr val="bg1">
                  <a:alpha val="65000"/>
                </a:schemeClr>
              </a:solidFill>
              <a:effectLst>
                <a:outerShdw blurRad="38100" dist="19050" dir="2700000" algn="tl" rotWithShape="0">
                  <a:schemeClr val="dk1">
                    <a:alpha val="1000"/>
                  </a:schemeClr>
                </a:outerShdw>
              </a:effectLst>
              <a:latin typeface="Stencil" panose="040409050D0802020404" pitchFamily="82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18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4347</TotalTime>
  <Words>9</Words>
  <Application>Microsoft Office PowerPoint</Application>
  <PresentationFormat>ユーザー設定</PresentationFormat>
  <Paragraphs>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Stencil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大宮校　藤井海里stu</dc:creator>
  <cp:lastModifiedBy>大宮校　藤井海里stu</cp:lastModifiedBy>
  <cp:revision>1</cp:revision>
  <dcterms:created xsi:type="dcterms:W3CDTF">2024-07-22T01:47:48Z</dcterms:created>
  <dcterms:modified xsi:type="dcterms:W3CDTF">2024-07-25T02:15:20Z</dcterms:modified>
</cp:coreProperties>
</file>